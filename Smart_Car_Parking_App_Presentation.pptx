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5" r:id="rId1"/>
    <p:sldMasterId id="2147483903" r:id="rId2"/>
  </p:sldMasterIdLst>
  <p:sldIdLst>
    <p:sldId id="263" r:id="rId3"/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95030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7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4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3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0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2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5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9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93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67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77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87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29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1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98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2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36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42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72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363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46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388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28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949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945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7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0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90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9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8730" y="531981"/>
            <a:ext cx="5927864" cy="1919526"/>
          </a:xfrm>
        </p:spPr>
        <p:txBody>
          <a:bodyPr/>
          <a:lstStyle/>
          <a:p>
            <a:r>
              <a:rPr lang="en-US" dirty="0" smtClean="0"/>
              <a:t>Car Park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1380" y="1981722"/>
            <a:ext cx="5762563" cy="490757"/>
          </a:xfrm>
        </p:spPr>
        <p:txBody>
          <a:bodyPr>
            <a:normAutofit/>
          </a:bodyPr>
          <a:lstStyle/>
          <a:p>
            <a:r>
              <a:rPr lang="en-US" sz="2400" dirty="0"/>
              <a:t>Major Project Progress Seminar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696926" y="2879830"/>
            <a:ext cx="2231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</a:t>
            </a:r>
          </a:p>
          <a:p>
            <a:pPr algn="ctr"/>
            <a:r>
              <a:rPr lang="en-US" dirty="0" err="1"/>
              <a:t>Sathvik</a:t>
            </a:r>
            <a:r>
              <a:rPr lang="en-US" dirty="0"/>
              <a:t> Shetty</a:t>
            </a:r>
          </a:p>
          <a:p>
            <a:pPr algn="ctr"/>
            <a:r>
              <a:rPr lang="en-US" dirty="0" err="1"/>
              <a:t>Vignesh</a:t>
            </a:r>
            <a:r>
              <a:rPr lang="en-US" dirty="0"/>
              <a:t> Vane</a:t>
            </a:r>
          </a:p>
          <a:p>
            <a:pPr algn="ctr"/>
            <a:r>
              <a:rPr lang="en-US" dirty="0" err="1"/>
              <a:t>Prajwal</a:t>
            </a:r>
            <a:r>
              <a:rPr lang="en-US" dirty="0"/>
              <a:t> </a:t>
            </a:r>
            <a:r>
              <a:rPr lang="en-US" dirty="0" err="1"/>
              <a:t>Lolekar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31380" y="4295163"/>
            <a:ext cx="6199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Department of Electronics and Computer Science</a:t>
            </a:r>
          </a:p>
          <a:p>
            <a:pPr algn="ctr"/>
            <a:r>
              <a:rPr lang="en-US" dirty="0"/>
              <a:t>Pillai HOC College of Engineering and Technology, </a:t>
            </a:r>
            <a:r>
              <a:rPr lang="en-US" dirty="0" err="1"/>
              <a:t>Rasayani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641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today’s fast-paced urban environments, finding an available parking spot can be time-consuming and frustrating.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the growing number of vehicles and limited parking space, drivers often waste fuel, time, and energy.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project presents a mobile-based smart car parking application that simplifies the parking experience by offering real-time slot availability, booking options, and digital payment. </a:t>
            </a:r>
            <a:endParaRPr lang="en-US" dirty="0" smtClean="0"/>
          </a:p>
          <a:p>
            <a:r>
              <a:rPr lang="en-US" dirty="0" smtClean="0"/>
              <a:t>Developed </a:t>
            </a:r>
            <a:r>
              <a:rPr lang="en-US" dirty="0"/>
              <a:t>using React Native, the app ensures cross-platform compatibility and ease of access.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Existing solutions like Google Maps and </a:t>
            </a:r>
            <a:r>
              <a:rPr lang="en-US" dirty="0" err="1"/>
              <a:t>Paytm</a:t>
            </a:r>
            <a:r>
              <a:rPr lang="en-US" dirty="0"/>
              <a:t> Parking only offer location data without real-time availability or session management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Research </a:t>
            </a:r>
            <a:r>
              <a:rPr lang="en-US" dirty="0"/>
              <a:t>shows that 30–40% of urban traffic is due to vehicles searching for parking.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apps lack features like in-app wallets, live booking extension, or smart recommendations. </a:t>
            </a:r>
            <a:endParaRPr lang="en-US" dirty="0" smtClean="0"/>
          </a:p>
          <a:p>
            <a:r>
              <a:rPr lang="en-US" dirty="0" smtClean="0"/>
              <a:t>Recent </a:t>
            </a:r>
            <a:r>
              <a:rPr lang="en-US" dirty="0"/>
              <a:t>studies recommend integrating </a:t>
            </a:r>
            <a:r>
              <a:rPr lang="en-US" dirty="0" err="1"/>
              <a:t>IoT</a:t>
            </a:r>
            <a:r>
              <a:rPr lang="en-US" dirty="0"/>
              <a:t> or live tracking to enhance user experience. </a:t>
            </a:r>
            <a:endParaRPr lang="en-US" dirty="0" smtClean="0"/>
          </a:p>
          <a:p>
            <a:r>
              <a:rPr lang="en-US" dirty="0" smtClean="0"/>
              <a:t>Our </a:t>
            </a:r>
            <a:r>
              <a:rPr lang="en-US" dirty="0"/>
              <a:t>app bridges this gap with a rich set of features and a modern design.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Parking in cities is a significant problem due to unplanned infrastructure and rising vehicle numbers. </a:t>
            </a:r>
            <a:endParaRPr lang="en-US" dirty="0" smtClean="0"/>
          </a:p>
          <a:p>
            <a:r>
              <a:rPr lang="en-US" dirty="0" smtClean="0"/>
              <a:t>Drivers </a:t>
            </a:r>
            <a:r>
              <a:rPr lang="en-US" dirty="0"/>
              <a:t>struggle to find available slots, resulting in traffic congestion, wasted fuel, and frustration.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is no widely adopted, affordable, user-friendly solution that shows real-time availability and manages booking, navigation, and payments in a single app.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project addresses these pain points by offering a unified platform for smart parking management.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To create a mobile application that enables real-time discovery and booking of parking </a:t>
            </a:r>
            <a:r>
              <a:rPr lang="en-US" dirty="0" smtClean="0"/>
              <a:t>slots.</a:t>
            </a:r>
            <a:endParaRPr lang="en-US" dirty="0"/>
          </a:p>
          <a:p>
            <a:r>
              <a:rPr lang="en-US" dirty="0"/>
              <a:t>To implement a digital wallet system for secure and fast payments</a:t>
            </a:r>
            <a:r>
              <a:rPr lang="en-US" dirty="0" smtClean="0"/>
              <a:t>.</a:t>
            </a:r>
          </a:p>
          <a:p>
            <a:r>
              <a:rPr lang="en-US" dirty="0"/>
              <a:t>To provide users with navigation support to reach the booked parking location</a:t>
            </a:r>
            <a:r>
              <a:rPr lang="en-US" dirty="0" smtClean="0"/>
              <a:t>.</a:t>
            </a:r>
          </a:p>
          <a:p>
            <a:r>
              <a:rPr lang="en-US" dirty="0"/>
              <a:t>To integrate a </a:t>
            </a:r>
            <a:r>
              <a:rPr lang="en-US" dirty="0" err="1"/>
              <a:t>wishlist</a:t>
            </a:r>
            <a:r>
              <a:rPr lang="en-US" dirty="0"/>
              <a:t>, booking history, and live session management system</a:t>
            </a:r>
            <a:r>
              <a:rPr lang="en-US" dirty="0" smtClean="0"/>
              <a:t>.</a:t>
            </a:r>
          </a:p>
          <a:p>
            <a:r>
              <a:rPr lang="en-US" dirty="0"/>
              <a:t>To deliver an engaging user interface with onboarding animations and theme-based design.</a:t>
            </a:r>
            <a:endParaRPr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app is built using </a:t>
            </a:r>
            <a:r>
              <a:rPr lang="en-US" b="1" dirty="0"/>
              <a:t>React Native</a:t>
            </a:r>
            <a:r>
              <a:rPr lang="en-US" dirty="0"/>
              <a:t> for cross-platform support. </a:t>
            </a:r>
            <a:endParaRPr lang="en-US" dirty="0" smtClean="0"/>
          </a:p>
          <a:p>
            <a:r>
              <a:rPr lang="en-US" dirty="0" smtClean="0"/>
              <a:t>Navigation </a:t>
            </a:r>
            <a:r>
              <a:rPr lang="en-US" dirty="0"/>
              <a:t>between screens is handled via React Navigation (Stack &amp; Tab Navigators). </a:t>
            </a:r>
            <a:endParaRPr lang="en-US" dirty="0" smtClean="0"/>
          </a:p>
          <a:p>
            <a:r>
              <a:rPr lang="en-US" b="1" dirty="0" smtClean="0"/>
              <a:t>Firebase </a:t>
            </a:r>
            <a:r>
              <a:rPr lang="en-US" b="1" dirty="0"/>
              <a:t>Authentication</a:t>
            </a:r>
            <a:r>
              <a:rPr lang="en-US" dirty="0"/>
              <a:t> manages secure user sign-ins.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used </a:t>
            </a:r>
            <a:r>
              <a:rPr lang="en-US" b="1" dirty="0"/>
              <a:t>Context API and </a:t>
            </a:r>
            <a:r>
              <a:rPr lang="en-US" b="1" dirty="0" err="1"/>
              <a:t>AsyncStorage</a:t>
            </a:r>
            <a:r>
              <a:rPr lang="en-US" dirty="0"/>
              <a:t> to store wallet balance, </a:t>
            </a:r>
            <a:r>
              <a:rPr lang="en-US" dirty="0" smtClean="0"/>
              <a:t>transaction </a:t>
            </a:r>
            <a:r>
              <a:rPr lang="en-US" dirty="0"/>
              <a:t>history, and live sessions persistently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Animations </a:t>
            </a:r>
            <a:r>
              <a:rPr lang="en-US" dirty="0"/>
              <a:t>are implemented with </a:t>
            </a:r>
            <a:r>
              <a:rPr lang="en-US" b="1" dirty="0" err="1"/>
              <a:t>LottieView</a:t>
            </a:r>
            <a:r>
              <a:rPr lang="en-US" dirty="0"/>
              <a:t>, and screen themes use </a:t>
            </a:r>
            <a:r>
              <a:rPr lang="en-US" b="1" dirty="0" err="1"/>
              <a:t>LinearGradient</a:t>
            </a:r>
            <a:r>
              <a:rPr lang="en-US" dirty="0"/>
              <a:t> for enhanced UX. </a:t>
            </a:r>
            <a:endParaRPr lang="en-US" dirty="0" smtClean="0"/>
          </a:p>
          <a:p>
            <a:r>
              <a:rPr lang="en-US" dirty="0" err="1" smtClean="0"/>
              <a:t>Razorpay</a:t>
            </a:r>
            <a:r>
              <a:rPr lang="en-US" dirty="0" smtClean="0"/>
              <a:t> </a:t>
            </a:r>
            <a:r>
              <a:rPr lang="en-US" dirty="0"/>
              <a:t>is integrated for wallet top-ups.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Splash &amp; Onboarding Screens</a:t>
            </a:r>
            <a:r>
              <a:rPr lang="en-US" dirty="0"/>
              <a:t> for introduction and </a:t>
            </a:r>
            <a:r>
              <a:rPr lang="en-US" dirty="0" smtClean="0"/>
              <a:t>walkthrough</a:t>
            </a:r>
          </a:p>
          <a:p>
            <a:r>
              <a:rPr lang="en-US" b="1" dirty="0"/>
              <a:t>Login/Register with Firebase</a:t>
            </a:r>
            <a:r>
              <a:rPr lang="en-US" dirty="0"/>
              <a:t> for user </a:t>
            </a:r>
            <a:r>
              <a:rPr lang="en-US" dirty="0" smtClean="0"/>
              <a:t>authentication</a:t>
            </a:r>
          </a:p>
          <a:p>
            <a:r>
              <a:rPr lang="en-US" b="1" dirty="0"/>
              <a:t>Home Screen</a:t>
            </a:r>
            <a:r>
              <a:rPr lang="en-US" dirty="0"/>
              <a:t> showing wallet balance, live booking, and nearby </a:t>
            </a:r>
            <a:r>
              <a:rPr lang="en-US" dirty="0" smtClean="0"/>
              <a:t>slots</a:t>
            </a:r>
          </a:p>
          <a:p>
            <a:r>
              <a:rPr lang="en-US" b="1" dirty="0"/>
              <a:t>Slot Booking Flow</a:t>
            </a:r>
            <a:r>
              <a:rPr lang="en-US" dirty="0"/>
              <a:t> (Slot → Confirm Booking → Booking Summary</a:t>
            </a:r>
            <a:r>
              <a:rPr lang="en-US" dirty="0" smtClean="0"/>
              <a:t>)</a:t>
            </a:r>
          </a:p>
          <a:p>
            <a:r>
              <a:rPr lang="en-US" b="1" dirty="0"/>
              <a:t>Wallet Module</a:t>
            </a:r>
            <a:r>
              <a:rPr lang="en-US" dirty="0"/>
              <a:t> with </a:t>
            </a:r>
            <a:r>
              <a:rPr lang="en-US" dirty="0" err="1"/>
              <a:t>Razorpay</a:t>
            </a:r>
            <a:r>
              <a:rPr lang="en-US" dirty="0"/>
              <a:t> integration, transaction </a:t>
            </a:r>
            <a:r>
              <a:rPr lang="en-US" dirty="0" smtClean="0"/>
              <a:t>history</a:t>
            </a:r>
          </a:p>
          <a:p>
            <a:r>
              <a:rPr lang="en-US" b="1" dirty="0"/>
              <a:t>Profile Management</a:t>
            </a:r>
            <a:r>
              <a:rPr lang="en-US" dirty="0"/>
              <a:t> with saved vehicles and session data</a:t>
            </a:r>
            <a:br>
              <a:rPr lang="en-US" dirty="0"/>
            </a:br>
            <a:r>
              <a:rPr lang="en-US" dirty="0"/>
              <a:t>All screens are connected through React Navigation, and data persists via Context + </a:t>
            </a:r>
            <a:r>
              <a:rPr lang="en-US" dirty="0" err="1"/>
              <a:t>AsyncStorage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Smart Car Parking App effectively addresses the real-world issue of urban parking management.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enhances user experience through automation, real-time updates, and a modern UI.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system improves parking efficiency, reduces fuel wastage, and offers a scalable base for integration with </a:t>
            </a:r>
            <a:r>
              <a:rPr lang="en-US" dirty="0" err="1"/>
              <a:t>IoT</a:t>
            </a:r>
            <a:r>
              <a:rPr lang="en-US" dirty="0"/>
              <a:t> sensors or city-wide smart parking solutions.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further development, this app can evolve into a critical component of smart city infrastructure.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542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Corbel</vt:lpstr>
      <vt:lpstr>Parallax</vt:lpstr>
      <vt:lpstr>Office Theme</vt:lpstr>
      <vt:lpstr>Car Park </vt:lpstr>
      <vt:lpstr>Introduction</vt:lpstr>
      <vt:lpstr>Literature Survey</vt:lpstr>
      <vt:lpstr>Problem Statement</vt:lpstr>
      <vt:lpstr>Objectives</vt:lpstr>
      <vt:lpstr>Design Methodology</vt:lpstr>
      <vt:lpstr>Implementation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2025-07-19T08:07:28Z</dcterms:modified>
  <cp:category/>
</cp:coreProperties>
</file>